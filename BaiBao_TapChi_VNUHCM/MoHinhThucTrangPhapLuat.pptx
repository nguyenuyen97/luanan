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1. Chủ thể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quyền SHTT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0" y="9144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2. Nền tảng số /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Sàn TMĐT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914400"/>
            <a:ext cx="1828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Tài khoản /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Cửa hàng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vi phạm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2743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3. Cơ quan Quản lý Nhà nước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(QLTT, Thanh tra, Công an)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1371600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1371600"/>
            <a:ext cx="13716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1828800"/>
            <a:ext cx="1828800" cy="21031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943600" y="1828800"/>
            <a:ext cx="1828800" cy="21031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480560" y="1828800"/>
            <a:ext cx="0" cy="164592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03120" y="9144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1. Phát hiện vi phạm/</a:t>
            </a:r>
          </a:p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Yêu cầu gỡ bỏ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097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2. Rà soát &amp; gỡ bỏ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3. Khiếu nại / Tố cáo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200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4. Kiểm tra / Xử phạt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Yêu cầu cung</a:t>
            </a:r>
          </a:p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cấp thông</a:t>
            </a:r>
          </a:p>
          <a:p>
            <a:pPr algn="ctr"/>
            <a:r>
              <a:rPr sz="1100" i="1">
                <a:solidFill>
                  <a:srgbClr val="000000"/>
                </a:solidFill>
                <a:latin typeface="Times New Roman"/>
              </a:rPr>
              <a:t>tin/chứng cứ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
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 snapToObjects="1">
      <p:cViewPr varScale="1">
        <p:scale>
          <a:sx n="82" d="100"/>
          <a:sy n="82" d="100"/>
        </p:scale>
        <p:origin x="86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FD2E18-67F3-7E29-7590-21AA2F75E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99EFF1-A2DE-E8C5-EAB5-0FA62AE01161}"/>
              </a:ext>
            </a:extLst>
          </p:cNvPr>
          <p:cNvSpPr txBox="1"/>
          <p:nvPr/>
        </p:nvSpPr>
        <p:spPr>
          <a:xfrm>
            <a:off x="0" y="2191765"/>
            <a:ext cx="12192000" cy="212365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 i="0">
                <a:solidFill>
                  <a:srgbClr val="143773"/>
                </a:solidFill>
                <a:latin typeface="Arial"/>
              </a:defRPr>
            </a:pPr>
            <a:r>
              <a:rPr lang="vi-VN" sz="3300"/>
              <a:t>BÁO CÁO TOÀN CẢNH SÁNG CHẾ </a:t>
            </a:r>
            <a:endParaRPr lang="en-US" sz="3300"/>
          </a:p>
          <a:p>
            <a:pPr algn="ctr">
              <a:defRPr sz="2500" b="1" i="0">
                <a:solidFill>
                  <a:srgbClr val="143773"/>
                </a:solidFill>
                <a:latin typeface="Arial"/>
              </a:defRPr>
            </a:pPr>
            <a:r>
              <a:rPr lang="vi-VN" sz="3300"/>
              <a:t>CHO CÔNG NGHỆ CHIẾN LƯỢC</a:t>
            </a:r>
            <a:endParaRPr lang="en-US" sz="3300"/>
          </a:p>
          <a:p>
            <a:pPr algn="ctr">
              <a:defRPr sz="2500" b="1" i="0">
                <a:solidFill>
                  <a:srgbClr val="143773"/>
                </a:solidFill>
                <a:latin typeface="Arial"/>
              </a:defRPr>
            </a:pPr>
            <a:endParaRPr lang="en-US" sz="3300"/>
          </a:p>
          <a:p>
            <a:pPr algn="ctr">
              <a:defRPr sz="2500" b="1" i="0">
                <a:solidFill>
                  <a:srgbClr val="143773"/>
                </a:solidFill>
                <a:latin typeface="Arial"/>
              </a:defRPr>
            </a:pPr>
            <a:r>
              <a:rPr lang="en-US" sz="3300"/>
              <a:t>PATENT </a:t>
            </a:r>
            <a:r>
              <a:rPr lang="en-US" sz="3300" dirty="0"/>
              <a:t>LANDSCAPE FOR STRATEGIC TECHNOLOGIES</a:t>
            </a:r>
            <a:endParaRPr sz="3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EFC53-EF8C-C221-EB26-9BE29DA594ED}"/>
              </a:ext>
            </a:extLst>
          </p:cNvPr>
          <p:cNvSpPr txBox="1"/>
          <p:nvPr/>
        </p:nvSpPr>
        <p:spPr>
          <a:xfrm>
            <a:off x="4030040" y="4936444"/>
            <a:ext cx="4131917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1">
                <a:solidFill>
                  <a:srgbClr val="143773"/>
                </a:solidFill>
                <a:latin typeface="Arial"/>
              </a:defRPr>
            </a:pPr>
            <a:r>
              <a:rPr dirty="0" err="1"/>
              <a:t>Hà</a:t>
            </a:r>
            <a:r>
              <a:rPr dirty="0"/>
              <a:t> </a:t>
            </a:r>
            <a:r>
              <a:rPr dirty="0" err="1"/>
              <a:t>Nội</a:t>
            </a:r>
            <a:r>
              <a:rPr dirty="0"/>
              <a:t>, </a:t>
            </a:r>
            <a:r>
              <a:rPr lang="en-US" dirty="0" err="1"/>
              <a:t>ngày</a:t>
            </a:r>
            <a:r>
              <a:rPr lang="en-US" dirty="0"/>
              <a:t> 26 </a:t>
            </a:r>
            <a:r>
              <a:rPr dirty="0" err="1"/>
              <a:t>tháng</a:t>
            </a:r>
            <a:r>
              <a:rPr dirty="0"/>
              <a:t> 8 </a:t>
            </a:r>
            <a:r>
              <a:rPr dirty="0" err="1"/>
              <a:t>năm</a:t>
            </a:r>
            <a:r>
              <a:rPr dirty="0"/>
              <a:t>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DA76C8-ED27-6DB9-41CF-A017D3172006}"/>
              </a:ext>
            </a:extLst>
          </p:cNvPr>
          <p:cNvSpPr/>
          <p:nvPr/>
        </p:nvSpPr>
        <p:spPr>
          <a:xfrm>
            <a:off x="4175758" y="4849210"/>
            <a:ext cx="3840480" cy="27432"/>
          </a:xfrm>
          <a:prstGeom prst="rect">
            <a:avLst/>
          </a:prstGeom>
          <a:solidFill>
            <a:srgbClr val="1E4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C6C9AA60-B531-6D7B-5B78-773845D632F1}"/>
              </a:ext>
            </a:extLst>
          </p:cNvPr>
          <p:cNvSpPr/>
          <p:nvPr/>
        </p:nvSpPr>
        <p:spPr>
          <a:xfrm>
            <a:off x="5996939" y="4748626"/>
            <a:ext cx="228600" cy="228600"/>
          </a:xfrm>
          <a:prstGeom prst="diamond">
            <a:avLst/>
          </a:prstGeom>
          <a:solidFill>
            <a:srgbClr val="1E4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p_vietnam_logo.png">
            <a:extLst>
              <a:ext uri="{FF2B5EF4-FFF2-40B4-BE49-F238E27FC236}">
                <a16:creationId xmlns:a16="http://schemas.microsoft.com/office/drawing/2014/main" id="{BC63D629-D746-268F-7526-17AB0DD01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557" y="259929"/>
            <a:ext cx="1230682" cy="11095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753DD7-FAA4-4EBD-E93F-8FF83ABD6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0039" y="259929"/>
            <a:ext cx="1549588" cy="11095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69546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Acer</dc:creator>
  <cp:keywords/>
  <dc:description>generated using python-pptx</dc:description>
  <cp:lastModifiedBy>Lê Việt</cp:lastModifiedBy>
  <cp:revision>9</cp:revision>
  <dcterms:created xsi:type="dcterms:W3CDTF">2013-01-27T09:14:16Z</dcterms:created>
  <dcterms:modified xsi:type="dcterms:W3CDTF">2026-08-25T07:19:17Z</dcterms:modified>
  <cp:category/>
</cp:coreProperties>
</file>
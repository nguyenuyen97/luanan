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latin typeface="Times New Roman"/>
              </a:rPr>
              <a:t>KHUNG NGHIÊN CỨU TỔNG THỂ CÓ CẤU TRÚC ĐO LƯỜNG</a:t>
            </a:r>
          </a:p>
          <a:p>
            <a:pPr algn="ctr"/>
            <a:r>
              <a:rPr sz="1200" i="1">
                <a:latin typeface="Times New Roman"/>
              </a:rPr>
              <a:t>(Chi tiết hóa các biến quan sát)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548640"/>
            <a:ext cx="7946136" cy="457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Lý thuyết quản lý công   •   Lý thuyết thể chế   •   Lý thuyết quyền SHTT   •   Lý thuyết KT số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2286000" cy="457200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CÁC BIẾN ĐỘC LẬP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173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Khung pháp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1031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Năng lực cán bộ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7889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Nguồn lực tài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4747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Hạ tầng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41605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Phối hợp thể chế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8463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Nhận thức xã hội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468880"/>
            <a:ext cx="2194560" cy="1645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Mức độ CĐS trong quản lý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Số hóa &amp; liên thông CSDL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Tự động hóa quy trình nội bộ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Cung cấp dịch vụ công trực tuyến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468880"/>
            <a:ext cx="2194560" cy="1737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Hiệu quả QLNN về SHTT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bảo vệ pháp lý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Tính minh bạch thông tin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Tốc độ &amp; năng lực phản ứng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hài lòng của công chúng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560320"/>
            <a:ext cx="219456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TÁC ĐỘNG VĨ MÔ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Gia tăng tài sản trí tuệ quốc gia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Đóng góp Phát triển KT số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1668780"/>
            <a:ext cx="502920" cy="16230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2354579"/>
            <a:ext cx="502920" cy="9372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3040379"/>
            <a:ext cx="502920" cy="2514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31720" y="3291840"/>
            <a:ext cx="502920" cy="4343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31720" y="3291840"/>
            <a:ext cx="502920" cy="11201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331720" y="3291840"/>
            <a:ext cx="502920" cy="18059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0" y="329184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60" y="329184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0" y="1097280"/>
            <a:ext cx="237744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Mức độ phát triển KT số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Hạ tầng số của địa phương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ứng dụng TMĐT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Tính phổ cập công nghệ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0" y="2286000"/>
            <a:ext cx="0" cy="10058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0" y="4480560"/>
            <a:ext cx="219456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KIỂM SOÁT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Loại địa phương (Tỉnh/Thành)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Quy mô kinh tế (GRDP)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Đặc thù ngành nghề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0" y="420624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80160" y="5943600"/>
            <a:ext cx="7955279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Điều chỉnh chính sách   •   Hoàn thiện pháp luật   •   Nâng cấp nguồn lực   •   Đổi mới mô hình quản lý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35440" y="4023360"/>
            <a:ext cx="0" cy="19202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25880" y="566928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86000" y="1005840"/>
            <a:ext cx="0" cy="91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03520" y="1005840"/>
            <a:ext cx="0" cy="91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3680" y="100584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
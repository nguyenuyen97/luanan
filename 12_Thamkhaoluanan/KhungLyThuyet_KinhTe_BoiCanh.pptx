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7749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latin typeface="Times New Roman"/>
              </a:rPr>
              <a:t>KHUNG LÝ THUYẾT NGHIÊN CỨU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051560"/>
            <a:ext cx="10415016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1">
                <a:latin typeface="Times New Roman"/>
              </a:rPr>
              <a:t>BỐI CẢNH: NỀN KINH TẾ SỐ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11480"/>
            <a:ext cx="794613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Lý thuyết quản lý công  •  Lý thuyết thể chế  •  Lý thuyết tăng trưởng nội sinh  •  Lý thuyết về quyền sở hữu trí tuệ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0" y="868680"/>
            <a:ext cx="0" cy="3200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8600" y="1645920"/>
            <a:ext cx="31089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ĐỘC LẬP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(CÁC YẾU TỐ ĐẦU VÀO)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thể chế: Pháp luật, Chính sách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nguồn lực: Nhân lực, Tài chính, Hạ tầng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công nghệ: Dữ liệu số, Nền tảng số, AI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37560" y="2331720"/>
            <a:ext cx="3200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0" y="1280160"/>
            <a:ext cx="36576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TRUNG TÂM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(QUẢN LÝ NHÀ NƯỚC VỀ QUYỀN SHTT)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1. Xây dựng chiến lược, chính sách, pháp luật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2. Tổ chức thực hiện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3. Quản lý hoạt động xác lập, bảo vệ và hỗ trợ khai thác, thương mại hóa TSTT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4. Thanh tra, kiểm tra, giám sát, thực thi quyền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0" y="3200400"/>
            <a:ext cx="0" cy="4572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40480" y="3657600"/>
            <a:ext cx="329184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PHỤ THUỘC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(SỰ GIA TĂNG TÀI SẢN TRÍ TUỆ)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Tăng trưởng số lượng văn bằng bảo hộ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Tăng tỷ lệ thương mại hóa tài sản trí tuệ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Gia tăng giá trị tài sản vô hình của doanh nghiệp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0" y="4846320"/>
            <a:ext cx="0" cy="4114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49039" y="5257800"/>
            <a:ext cx="34747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KẾT QUẢ VÀ TÁC ĐỘNG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(PHÁT TRIỂN KINH TẾ SỐ)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Thúc đẩy đổi mới sáng tạo toàn diện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Tăng trưởng kinh tế dựa trên tri thức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Nâng cao năng lực cạnh tranh quốc gia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103120"/>
            <a:ext cx="27432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ĐIỀU TIẾT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(CÁC YẾU TỐ MÔI TRƯỜNG VĨ MÔ)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Trình độ công nghệ (AI, Big Data)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hội nhập quốc tế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Nhận thức của doanh nghiệp và xã hội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Cạnh tranh thị trường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5486400" y="3429000"/>
            <a:ext cx="219456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371600" y="6720840"/>
            <a:ext cx="794613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PHẢN HỒI CHÍNH SÁCH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Thực tiễn phát triển kinh tế ➔ Đánh giá ➔ Điều chỉnh chính sách, thể chế ➔ Hoàn thiện QLNN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0" y="6355080"/>
            <a:ext cx="0" cy="36576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5720" y="6949440"/>
            <a:ext cx="132588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5720" y="868680"/>
            <a:ext cx="0" cy="608076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" y="868680"/>
            <a:ext cx="178308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0" y="868680"/>
            <a:ext cx="0" cy="7772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
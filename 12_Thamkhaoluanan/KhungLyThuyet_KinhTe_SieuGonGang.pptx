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1097280"/>
            <a:ext cx="274320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(MÔI TRƯỜNG &amp; HỘI NHẬP)</a:t>
            </a:r>
          </a:p>
          <a:p>
            <a:pPr algn="l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(AI...)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pháp luật xã hội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49240" y="22860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23760" y="1097280"/>
            <a:ext cx="274320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(ĐẶC ĐIỂM KINH TẾ - XÃ HỘI)</a:t>
            </a:r>
          </a:p>
          <a:p>
            <a:pPr algn="l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nền kinh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Nhân khẩu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95360" y="22860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743200"/>
            <a:ext cx="2743200" cy="17373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(QUẢN LÝ NHÀ NƯỚC VỀ SHTT)</a:t>
            </a:r>
          </a:p>
          <a:p>
            <a:pPr algn="l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Xây dựng chiến lược &amp;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Tổ chức thực thi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Quản lý xác lập &amp; bảo vệ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Thanh tra, giám sát &amp; xử lý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743200"/>
            <a:ext cx="2743200" cy="17373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(SỰ GIA TĂNG TÀI SẢN TRÍ TUỆ)</a:t>
            </a:r>
          </a:p>
          <a:p>
            <a:pPr algn="l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Tỷ lệ thương mại hóa &amp; chuyển giao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An toàn môi trường sở hữu trí tuệ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743200"/>
            <a:ext cx="2743200" cy="17373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(PHÁT TRIỂN KINH TẾ SỐ)</a:t>
            </a:r>
          </a:p>
          <a:p>
            <a:pPr algn="l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3611880"/>
            <a:ext cx="502919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20840" y="3611880"/>
            <a:ext cx="50292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5120640"/>
            <a:ext cx="9235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Thực tiễn kinh tế ➔ Đánh giá ➔ Điều chỉnh ➔ Hoàn thiện Quản lý nhà nước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448056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03120" y="448056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
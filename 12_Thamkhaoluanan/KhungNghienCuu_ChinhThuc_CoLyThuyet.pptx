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NGHIÊN CỨU ĐỀ TÀI</a:t>
            </a:r>
          </a:p>
          <a:p>
            <a:pPr algn="ctr"/>
            <a:r>
              <a:rPr sz="1300" i="1">
                <a:latin typeface="Times New Roman"/>
              </a:rPr>
              <a:t>Quản lý nhà nước về quyền sở hữu trí tuệ trong nền kinh tế số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9235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Lý thuyết quản lý công   •   Lý thuyết thể chế   •   Lý thuyết quyền SHTT   •   Lý thuyết tăng trưởng nội sinh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2743200" cy="24688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CÁC BIẾN ĐỘC LẬP</a:t>
            </a:r>
          </a:p>
          <a:p>
            <a:pPr algn="l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Khung pháp lý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Năng lực cán bộ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Hạ tầng số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Nguồn lực tài chính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Phối hợp thể chế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2926080"/>
            <a:ext cx="2743200" cy="1371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l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Mức độ chuyển đổi số trong quản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926080"/>
            <a:ext cx="2743200" cy="1371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l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Hiệu quả quản lý nhà nước về quyền SHTT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0" y="3611880"/>
            <a:ext cx="502919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20840" y="3611880"/>
            <a:ext cx="50292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1463040"/>
            <a:ext cx="2743200" cy="10972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l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49240" y="256032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60" y="4937760"/>
            <a:ext cx="2743200" cy="146304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l"/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Loại địa phương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Quy mô nền kinh tế</a:t>
            </a:r>
          </a:p>
          <a:p>
            <a:pPr algn="l"/>
            <a:r>
              <a:rPr sz="1100">
                <a:solidFill>
                  <a:srgbClr val="000000"/>
                </a:solidFill>
                <a:latin typeface="Times New Roman"/>
              </a:rPr>
              <a:t>• Ngành nghề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595360" y="429768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1188720"/>
            <a:ext cx="0" cy="11887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49240" y="118872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95360" y="118872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
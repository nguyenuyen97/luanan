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NGHIÊN CỨU CỦA LUẬN 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548640"/>
            <a:ext cx="64008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TỔNG QUAN NGHIÊN CỨU VÀ PHƯƠNG PHÁP NGHIÊN CỨU (CHƯƠNG 1)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- Xác định khoảng trống nghiên cứu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- Đối tượng, phạm vi nghiên cứu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- Phương pháp thu thập và phân tích dữ liệu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1280160"/>
            <a:ext cx="365760" cy="27432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1554480"/>
            <a:ext cx="87782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000000"/>
                </a:solidFill>
                <a:latin typeface="Times New Roman"/>
              </a:rPr>
              <a:t>CƠ SỞ LÝ LUẬN VÀ BÀI HỌC THỰC TIỄN (CHƯƠNG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17373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Chủ thể quản lý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(Chính phủ, Các Bộ, Ngành cấp TW)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4320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Khách thể quản lý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(Quyền tác giả, quyền liên quan, quyền sở hữu công nghiệp)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011680"/>
            <a:ext cx="35661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NỘI DUNG QUẢN LÝ NHÀ NƯỚC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1. Xây dựng chiến lược, chính sách và pháp luật về quyền sở hữu trí tuệ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2. Tổ chức thực hiện chiến lược, chính sách và pháp luật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3. Hỗ trợ xác lập, khai thác, chuyển giao và thương mại hóa tài sản trí tuệ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4. Thanh tra, kiểm tra, giám sát và thực thi quyền sở hữu trí tuệ trong môi trường số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011680"/>
            <a:ext cx="1463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TIÊU CHÍ ĐÁNH GIÁ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1. Hiệu lực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2. Hiệu quả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3. Tính phù hợp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4. Tính đồng bộ và thống nhất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5. Tính minh bạch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011680"/>
            <a:ext cx="12801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YẾU TỐ ẢNH HƯỞNG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- Nhóm yếu tố bên trong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- Nhóm yếu tố bên ngoài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389120" y="3657600"/>
            <a:ext cx="365760" cy="27432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" y="3931920"/>
            <a:ext cx="87782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000000"/>
                </a:solidFill>
                <a:latin typeface="Times New Roman"/>
              </a:rPr>
              <a:t>THỰC TRẠNG QUẢN LÝ NHÀ NƯỚC VỀ QUYỀN SỞ HỮU TRÍ TUỆ TRONG NỀN KINH TẾ SỐ (CHƯƠNG 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89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Đánh giá theo các nội dung quản lý nhà nước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94560" y="4617720"/>
            <a:ext cx="18288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4389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Đánh giá theo các tiêu chí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(Hiệu lực, Hiệu quả, Phù hợp,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Đồng bộ, Minh bạch)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97680" y="4617720"/>
            <a:ext cx="18288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4389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Phân tích các yếu tố ảnh hưởng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00800" y="4617720"/>
            <a:ext cx="18288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4297680"/>
            <a:ext cx="2103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KẾT QUẢ ĐẠT ĐƯỢC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-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HẠN CHẾ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-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NGUYÊN NHÂN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389120" y="5394960"/>
            <a:ext cx="365760" cy="27432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5669280"/>
            <a:ext cx="64008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QUAN ĐIỂM, ĐỊNH HƯỚNG VÀ GIẢI PHÁP HOÀN THIỆN (CHƯƠNG 4)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Đề xuất các nhóm giải pháp tương ứng với 04 nội dung quản lý và khắc phục các nguyên nhân hạn chế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
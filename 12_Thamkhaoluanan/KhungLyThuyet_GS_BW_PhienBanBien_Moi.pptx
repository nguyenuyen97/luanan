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7749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latin typeface="Times New Roman"/>
              </a:rPr>
              <a:t>KHUNG LÝ THUYẾT NGHIÊN CỨU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457200"/>
            <a:ext cx="7946136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LÝ THUYẾT NỀN TẢNG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Lý thuyết quản lý công  •  Lý thuyết quản lý công mới  •  Lý thuyết quản trị số  •  Lý thuyết quản trị thích ứng  •  Lý thuyết thể chế  •  Lý thuyết về quyền sở hữu trí tuệ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0" y="1005840"/>
            <a:ext cx="0" cy="3657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65760" y="1828800"/>
            <a:ext cx="2926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ĐỘC LẬP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(CÁC YẾU TỐ ĐẦU VÀO)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Nhóm thể chế: Pháp luật, Chính sách, Phối hợp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Nhóm nguồn lực: Nguồn nhân lực, Tài chính, Hạ tầng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Nhóm công nghệ: Dữ liệu số, AI, Nền tảng số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2560320"/>
            <a:ext cx="3657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657600" y="1371600"/>
            <a:ext cx="365760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TRUNG GIAN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(QUẢN LÝ NHÀ NƯỚC VỀ QUYỀN SHTT TRONG NỀN KINH TẾ SỐ)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1. Xây dựng chiến lược, chính sách và pháp luật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2. Tổ chức thực hiện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3. Quản lý hoạt động xác lập, bảo vệ và hỗ trợ khai thác, thương mại hóa TSTT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4. Thanh tra, kiểm tra, giám sát và thực thi quyền SHTT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0" y="3017520"/>
            <a:ext cx="0" cy="6400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49039" y="3657600"/>
            <a:ext cx="34747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PHỤ THUỘC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(CHẤT LƯỢNG QUẢN LÝ NHÀ NƯỚC VỀ QUYỀN SHTT)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Hiệu lực   • Hiệu quả   • Tính phù hợp   • Tính đồng bộ   • Tính minh bạch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0" y="4572000"/>
            <a:ext cx="0" cy="4572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57600" y="5029200"/>
            <a:ext cx="36576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KẾT QUẢ VÀ TÁC ĐỘNG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Bảo vệ hiệu quả quyền SHTT       • Thúc đẩy đổi mới sáng tạo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Phát triển tài sản trí tuệ         • Nâng cao năng lực cạnh tranh quốc gia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Thúc đẩy phát triển kinh tế số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011680"/>
            <a:ext cx="265176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BIẾN ĐIỀU TIẾT</a:t>
            </a:r>
          </a:p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(CÁC YẾU TỐ ẢNH HƯỞNG)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Mức độ phát triển kinh tế số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Năng lực đổi mới sáng tạo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Hội nhập quốc tế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Nhận thức xã hội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Mức độ cạnh tranh thị trường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5486400" y="3337560"/>
            <a:ext cx="219456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371600" y="6583680"/>
            <a:ext cx="7946136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PHẢN HỒI CHÍNH SÁCH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Kết quả thực hiện  ➔  Đánh giá  ➔  Điều chỉnh chính sách, thể chế, công cụ  ➔  Hoàn thiện QLNN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0" y="6035040"/>
            <a:ext cx="0" cy="54864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37160" y="6858000"/>
            <a:ext cx="123444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7160" y="1097280"/>
            <a:ext cx="0" cy="576072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37160" y="1097280"/>
            <a:ext cx="397764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114800" y="1097280"/>
            <a:ext cx="0" cy="27432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
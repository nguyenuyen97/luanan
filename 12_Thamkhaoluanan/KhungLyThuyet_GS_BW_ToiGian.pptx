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000" dirty="0">
                <a:solidFill>
                  <a:srgbClr val="000000"/>
                </a:solidFill>
                <a:latin typeface="Times New Roman"/>
              </a:rPr>
              <a:t>Lý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thuyết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quản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Lý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thuyết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quản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trị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Lý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thuyết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quản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trị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thích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ứng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Lý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thuyết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chế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Lý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thuyết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về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sở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hữu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tuệ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344668" y="914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ctr"/>
            <a:r>
              <a:rPr sz="1000" dirty="0">
                <a:solidFill>
                  <a:srgbClr val="000000"/>
                </a:solidFill>
                <a:latin typeface="Times New Roman"/>
              </a:rPr>
              <a:t>Quyền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sở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hữu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tuệ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Quản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nhà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nước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Kinh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tế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•  Quản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nhà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nước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về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SHTT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4668" y="15544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2103120"/>
            <a:ext cx="30175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marL="171450" indent="-171450" algn="ctr">
              <a:buFont typeface="Times New Roman" panose="02020603050405020304" pitchFamily="18" charset="0"/>
              <a:buChar char="⁃"/>
            </a:pPr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chế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: Pháp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luật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sách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Phối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hợp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nguồn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Nguồn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Tài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Hạ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tầng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nghệ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Dữ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liệu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, AI,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Nền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tảng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91840" y="283464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828800"/>
            <a:ext cx="3840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  <a:endParaRPr sz="1000" b="1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 và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lập, bảo vệ và hỗ trợ khai thác,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 và thực thi quyền SHTT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338328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08514" y="3840480"/>
            <a:ext cx="4263886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CHẤT LƯỢNG QUẢN LÝ NHÀ NƯỚC VỀ QUYỀN SHTT</a:t>
            </a:r>
          </a:p>
          <a:p>
            <a:pPr algn="ctr"/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000" dirty="0">
                <a:solidFill>
                  <a:srgbClr val="000000"/>
                </a:solidFill>
                <a:latin typeface="Times New Roman"/>
              </a:rPr>
              <a:t>• Hiệu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 • Hiệu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 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 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 •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minh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bạch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466344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8514" y="5120640"/>
            <a:ext cx="4263877" cy="13449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>
                <a:solidFill>
                  <a:srgbClr val="000000"/>
                </a:solidFill>
                <a:latin typeface="Times New Roman"/>
              </a:rPr>
              <a:t>Bảo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vệ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hiệu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quả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SHTT       </a:t>
            </a:r>
            <a:endParaRPr lang="en-US"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Thúc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đẩy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mới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sáng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tạo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tuệ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        </a:t>
            </a:r>
            <a:r>
              <a:rPr lang="en-US" sz="1000" dirty="0">
                <a:solidFill>
                  <a:srgbClr val="000000"/>
                </a:solidFill>
                <a:latin typeface="Times New Roman"/>
              </a:rPr>
              <a:t>         </a:t>
            </a: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Nâng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cạnh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tranh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quốc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gia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Thúc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đẩy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tế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0" y="2377440"/>
            <a:ext cx="2459736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CÁC YẾU TỐ ẢNH HƯỞNG </a:t>
            </a:r>
            <a:endParaRPr lang="en-US" sz="10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1" dirty="0">
                <a:solidFill>
                  <a:srgbClr val="000000"/>
                </a:solidFill>
                <a:latin typeface="Times New Roman"/>
              </a:rPr>
              <a:t>(ĐIỀU TIẾT)</a:t>
            </a:r>
          </a:p>
          <a:p>
            <a:pPr algn="ctr"/>
            <a:endParaRPr sz="1000" b="1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Mức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tế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mới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sáng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tạo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Hội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quốc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tế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thức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xã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hội</a:t>
            </a:r>
            <a:endParaRPr sz="1000" dirty="0">
              <a:solidFill>
                <a:srgbClr val="000000"/>
              </a:solidFill>
              <a:latin typeface="Times New Roman"/>
            </a:endParaRPr>
          </a:p>
          <a:p>
            <a:pPr marL="171450" indent="-171450" algn="l">
              <a:buFont typeface="Times New Roman" panose="02020603050405020304" pitchFamily="18" charset="0"/>
              <a:buChar char="⁃"/>
            </a:pPr>
            <a:r>
              <a:rPr sz="1000" dirty="0" err="1">
                <a:solidFill>
                  <a:srgbClr val="000000"/>
                </a:solidFill>
                <a:latin typeface="Times New Roman"/>
              </a:rPr>
              <a:t>Mức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độ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cạnh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tranh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thị</a:t>
            </a:r>
            <a:r>
              <a:rPr sz="10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Times New Roman"/>
              </a:rPr>
              <a:t>trường</a:t>
            </a:r>
            <a:endParaRPr sz="100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5" name="Connector 14"/>
          <p:cNvCxnSpPr/>
          <p:nvPr/>
        </p:nvCxnSpPr>
        <p:spPr>
          <a:xfrm flipH="1">
            <a:off x="5577840" y="3657600"/>
            <a:ext cx="21945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85800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5577840" y="6530009"/>
            <a:ext cx="0" cy="327991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7160" y="708660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" y="1691640"/>
            <a:ext cx="0" cy="539496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7160" y="1691640"/>
            <a:ext cx="42519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1691640"/>
            <a:ext cx="0" cy="1371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303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2026-06-29T18:27:23Z</dcterms:modified>
  <cp:category/>
</cp:coreProperties>
</file>
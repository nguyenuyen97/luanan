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5720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0" y="10058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73736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(QUẢN LÝ NHÀ NƯỚC VỀ QUYỀN SHTT)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lập, bảo vệ và hỗ trợ khai thác,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265176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13716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(MÔI TRƯỜNG BẢO HỘ SHTT)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tuân thủ và thực thi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minh bạch, thuận lợi của thủ tục hành chính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Giảm thiểu rủi ro và chi phí giao dịch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256032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2926080"/>
            <a:ext cx="32918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(SỰ GIA TĂNG TÀI SẢN TRÍ TUỆ)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số lượng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tỷ lệ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Gia tăng giá trị tài sản vô hình của doanh nghiệp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41148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457200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(PHÁT TRIỂN KINH TẾ SỐ)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 toàn diện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dựa trên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 quốc 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01168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MÔI TRƯỜNG VĨ MÔ)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(AI, Big Data)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của doanh nghiệp và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Cạnh tranh thị trường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2743200"/>
            <a:ext cx="21031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4343400"/>
            <a:ext cx="21031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2743200"/>
            <a:ext cx="0" cy="16002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58368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Yêu cầu từ thực tiễn phát triển kinh tế ➔ Đánh giá hiệu quả quản lý ➔ Hoàn thiện chiến lược và chính sách QLNN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5760720"/>
            <a:ext cx="0" cy="8229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7160" y="685800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" y="1097280"/>
            <a:ext cx="0" cy="576072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7160" y="1097280"/>
            <a:ext cx="178308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20240" y="109728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
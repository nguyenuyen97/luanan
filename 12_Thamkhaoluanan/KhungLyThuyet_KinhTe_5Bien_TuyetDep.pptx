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 (MÔ HÌNH NHÂN QUẢ 5 BIẾN)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0149840" cy="6035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1">
                <a:latin typeface="Times New Roman"/>
              </a:rPr>
              <a:t>BỐI CẢNH: NỀN KINH TẾ SỐ (Kỷ nguyên dữ liệu &amp; 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0040"/>
            <a:ext cx="7946136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quản lý công  •  Lý thuyết thể chế  •  Lý thuyết tăng trưởng nội sinh  •  Lý thuyết về quyền sở hữu trí tuệ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292608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 (NGUYÊN NHÂN)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SHTT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--------------------------------------------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 &amp;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xác lập &amp; bảo vệ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giám sát &amp; xử lý vi phạm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926080"/>
            <a:ext cx="292608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 (TRUYỀN DẪN)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SỰ GIA TĂNG TÀI SẢN TRÍ TUỆ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--------------------------------------------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văn bằng bảo hộ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Tỷ lệ thương mại hóa &amp; chuyển giao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An toàn môi trường sở hữu trí tuệ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926080"/>
            <a:ext cx="2926080" cy="20116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 (KẾT QUẢ)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PHÁT TRIỂN KINH TẾ SỐ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--------------------------------------------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 toàn diện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Tăng trưởng kinh tế tri thức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Nâng cao năng lực cạnh tranh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3931920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12280" y="3931920"/>
            <a:ext cx="41148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1188720"/>
            <a:ext cx="29260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 (MỨC ĐỘ)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MÔI TRƯỜNG &amp; HỘI NHẬP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--------------------------------------------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Trình độ công nghệ số (AI, Data)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pháp luật của xã hội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9240" y="256032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23760" y="5303520"/>
            <a:ext cx="2926080" cy="13716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 (CỐ ĐỊNH)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ĐẶC ĐIỂM KINH TẾ - XÃ HỘI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--------------------------------------------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&amp; cơ cấu nền kinh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 (Công nghệ...)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điểm nhân khẩu học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686800" y="493776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69494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Thực tiễn kinh tế số ➔ Đánh giá ➔ Điều chỉnh ➔ Hoàn thiện Quản lý nhà nước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0" y="4937760"/>
            <a:ext cx="0" cy="20116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37160" y="717804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7160" y="3931920"/>
            <a:ext cx="0" cy="324612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7160" y="3931920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
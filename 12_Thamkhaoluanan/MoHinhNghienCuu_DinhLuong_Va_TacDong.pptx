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latin typeface="Times New Roman"/>
              </a:rPr>
              <a:t>KHUNG NGHIÊN CỨU TỔNG THỂ</a:t>
            </a:r>
          </a:p>
          <a:p>
            <a:pPr algn="ctr"/>
            <a:r>
              <a:rPr sz="1200" i="1">
                <a:latin typeface="Times New Roman"/>
              </a:rPr>
              <a:t>(Tích hợp Mô hình định lượng &amp; Chuỗi tác động vĩ mô)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7946136" cy="5486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KT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latin typeface="Times New Roman"/>
              </a:rPr>
              <a:t>CÁC BIẾN ĐỘC LẬP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659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Năng lực cán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517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3375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09160"/>
            <a:ext cx="21945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Nhận thức xã hội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7889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Mức độ chuyển đổi số trong quản lý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889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Hiệu quả QLNN về quyền SHTT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889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TÁC ĐỘNG VĨ MÔ</a:t>
            </a:r>
          </a:p>
          <a:p>
            <a:pPr algn="ctr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Phát triển kinh tế số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1554480"/>
            <a:ext cx="548640" cy="1783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80" y="2240279"/>
            <a:ext cx="548640" cy="10972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68880" y="2926079"/>
            <a:ext cx="548640" cy="4114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68880" y="3337560"/>
            <a:ext cx="548640" cy="27431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68880" y="3337560"/>
            <a:ext cx="548640" cy="9601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68880" y="3337560"/>
            <a:ext cx="548640" cy="1645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33375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72400" y="3337560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43400" y="12801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Mức độ phát triển kinh tế số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94960" y="2194560"/>
            <a:ext cx="0" cy="11430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0" y="43891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Loại địa phương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Quy mô kinh tế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Ngành nghề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20840" y="3886200"/>
            <a:ext cx="0" cy="5029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5852160"/>
            <a:ext cx="86868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72600" y="3886200"/>
            <a:ext cx="0" cy="19659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71600" y="53949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109728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94960" y="109728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1097280"/>
            <a:ext cx="0" cy="16916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
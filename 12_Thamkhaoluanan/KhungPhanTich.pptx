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latin typeface="Times New Roman"/>
              </a:rPr>
              <a:t>Khung Phân Tích: Quản Lý Nhà Nước Về Sở Hữu Trí Tuệ Trong Kinh Tế Số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2860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CÁC NHÂN TỐ ẢNH HƯỞNG</a:t>
            </a:r>
          </a:p>
          <a:p>
            <a:pPr algn="ctr"/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1. Đặc điểm của kinh tế số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2. Bối cảnh hội nhập quốc tế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3. Năng lực cơ quan quản lý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4. Nhận thức của xã hội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914400"/>
            <a:ext cx="347472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1097280"/>
            <a:ext cx="2926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CHỦ THỂ QUẢN LÝ</a:t>
            </a:r>
          </a:p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(Chính phủ, Bộ KH&amp;CN, Cục SHTT)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286000"/>
            <a:ext cx="29260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NỘI DUNG QUẢN LÝ</a:t>
            </a:r>
          </a:p>
          <a:p>
            <a:pPr algn="ctr"/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1. Ban hành chính sách, pháp luật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2. Tổ chức bộ máy, xác lập quyền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3. Thanh tra, kiểm tra, xử lý vi phạm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4. Hỗ trợ thương mại hóa tài sản trí tuệ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4389120"/>
            <a:ext cx="2926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KHÁCH THỂ QUẢN LÝ</a:t>
            </a:r>
          </a:p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(Doanh nghiệp, Cá nhân, Nền tảng số trung gian)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1645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MỤC TIÊU ĐẠT ĐƯỢC</a:t>
            </a:r>
          </a:p>
          <a:p>
            <a:pPr algn="ctr"/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1. Bảo hộ hiệu quả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2. Thúc đẩy đổi mới sáng tạo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3. Phát triển nền kinh tế số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30175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754880" y="1874519"/>
            <a:ext cx="365760" cy="36576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4754880" y="3977639"/>
            <a:ext cx="365760" cy="36576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720840" y="30175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
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latin typeface="Times New Roman"/>
              </a:rPr>
              <a:t>MÔ HÌNH NGHIÊN CỨU ĐỊNH LƯỢNG ĐỀ TÀI</a:t>
            </a:r>
          </a:p>
          <a:p>
            <a:pPr algn="ctr"/>
            <a:r>
              <a:rPr sz="1200" i="1">
                <a:latin typeface="Times New Roman"/>
              </a:rPr>
              <a:t>Quản lý nhà nước về quyền sở hữu trí tuệ trong nền kinh tế số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640080"/>
            <a:ext cx="7946136" cy="5486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Lý thuyết quản lý công   •   Lý thuyết thể chế   •   Lý thuyết quyền SHTT   •   Lý thuyết KT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Khung pháp lý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Năng lực cán bộ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Nguồn lực tài chính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Hạ tầng số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Phối hợp thể chế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60720"/>
            <a:ext cx="2377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Nhận thức xã hội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latin typeface="Times New Roman"/>
              </a:rPr>
              <a:t>CÁC BIẾN ĐỘC LẬP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566160"/>
            <a:ext cx="23774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Mức độ chuyển đổi số trong quản lý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566160"/>
            <a:ext cx="23774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Hiệu quả quản lý nhà nước về quyền SHTT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1920240"/>
            <a:ext cx="1280160" cy="21945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34640" y="2743200"/>
            <a:ext cx="1280160" cy="1371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3566160"/>
            <a:ext cx="1280160" cy="548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834640" y="4114800"/>
            <a:ext cx="128016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834640" y="4114800"/>
            <a:ext cx="128016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834640" y="4114800"/>
            <a:ext cx="1280160" cy="19202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92240" y="4114800"/>
            <a:ext cx="1280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43600" y="18288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Mức độ phát triển kinh tế số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0" y="2743200"/>
            <a:ext cx="0" cy="13716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530352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KIỂM SOÁT</a:t>
            </a:r>
          </a:p>
          <a:p>
            <a:pPr algn="ctr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Loại địa phương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Quy mô kinh tế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Ngành nghề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961120" y="466344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45920" y="118872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03520" y="1188720"/>
            <a:ext cx="0" cy="2377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61120" y="1188720"/>
            <a:ext cx="0" cy="2377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
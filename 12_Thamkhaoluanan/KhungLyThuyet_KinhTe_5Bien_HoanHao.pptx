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 (MÔ HÌNH NHÂN QUẢ)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051560"/>
            <a:ext cx="10415016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1">
                <a:latin typeface="Times New Roman"/>
              </a:rPr>
              <a:t>BỐI CẢNH: NỀN KINH TẾ SỐ (Kỷ nguyên dữ liệu &amp; 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thể chế  •  Lý thuyết tăng trưởng nội sinh  •  Lý thuyết về quyền sở hữu trí tuệ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74320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 (NGUYÊN NHÂN)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QUẢN LÝ NHÀ NƯỚC VỀ QUYỀN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Quản lý hoạt động xác lập và bảo vệ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sát, thực thi quyền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926080"/>
            <a:ext cx="3200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 (CƠ CHẾ TRUYỀN DẪN)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SỰ GIA TĂNG &amp; THƯƠNG MẠI HÓA TÀI SẢN TRÍ TUỆ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số lượng văn bằng bảo hộ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Tỷ lệ thương mại hóa và chuyển giao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Đảm bảo an toàn môi trường Sở hữu trí tuệ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926080"/>
            <a:ext cx="30175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 (KẾT QUẢ)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PHÁT TRIỂN KINH TẾ SỐ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 toàn diện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kinh tế tri thức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Nâng cao năng lực cạnh tranh quốc gia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365760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365760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188720"/>
            <a:ext cx="32004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 (MỨC ĐỘ TÁC ĐỘNG)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MÔI TRƯỜNG &amp; HỘI NHẬP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Trình độ công nghệ (AI, Big Data)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pháp luật của xã hội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657600" y="2468880"/>
            <a:ext cx="731520" cy="11887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2468880"/>
            <a:ext cx="1645920" cy="11887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32320" y="4846320"/>
            <a:ext cx="32004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KIỂM SOÁT (CỐ ĐỊNH)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ĐẶC ĐIỂM KINH TẾ - XÃ HỘI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Quy mô và cơ cấu nền kinh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thù ngành nghề (Công nghệ, Dịch vụ)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điểm nhân khẩu học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686800" y="438912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672084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Thực tiễn kinh tế số ➔ Đánh giá ➔ Điều chỉnh ➔ Hoàn thiện QLNN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4389120"/>
            <a:ext cx="0" cy="256032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6949440"/>
            <a:ext cx="448056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5720" y="6949440"/>
            <a:ext cx="132588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5720" y="3657600"/>
            <a:ext cx="0" cy="329184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" y="3657600"/>
            <a:ext cx="2286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